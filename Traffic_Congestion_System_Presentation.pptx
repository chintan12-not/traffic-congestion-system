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D4AA"/>
                </a:solidFill>
              </a:defRPr>
            </a:pPr>
            <a:r>
              <a:t>TrafficIQ — Smart Traffic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E8EAF0"/>
                </a:solidFill>
              </a:defRPr>
            </a:pPr>
            <a:r>
              <a:t>Intelligent Traffic Congestion Prediction &amp; Authority Control Hub</a:t>
            </a:r>
          </a:p>
          <a:p>
            <a:r>
              <a:t>Built for Delhi-NCR Urban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8EAF0"/>
                </a:solidFill>
              </a:defRPr>
            </a:pPr>
            <a:r>
              <a:t>• Real-time city-wide traffic monitoring via interactive dashboard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ML-powered congestion prediction with 48h forecasts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Live mapping using Leaflet with segmented Delhi-NCR corridors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Command &amp; Control Hub for Police and City Authorities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Live Traffic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AF0"/>
                </a:solidFill>
              </a:defRPr>
            </a:pPr>
            <a:r>
              <a:t>• Real-time stats cards (Active segments, Congested zones)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Integrated 24h Traffic Volume Analytics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Instant Incident notifications &amp; reports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Cross-platform responsive Design</a:t>
            </a:r>
          </a:p>
        </p:txBody>
      </p:sp>
      <p:pic>
        <p:nvPicPr>
          <p:cNvPr id="5" name="Picture 4" descr="dashboard_mockup_1774612006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Delhi-NCR Live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AF0"/>
                </a:solidFill>
              </a:defRPr>
            </a:pPr>
            <a:r>
              <a:t>• Interactive Leaflet.js mapping engine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Region-specific segments (Central, South, Noida, Gurgaon)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Traffic Level Color Coding (Green, Amber, Red)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Dynamic segment stats &amp; speed metrics</a:t>
            </a:r>
          </a:p>
        </p:txBody>
      </p:sp>
      <p:pic>
        <p:nvPicPr>
          <p:cNvPr id="5" name="Picture 4" descr="traffic_map_mockup_17746121744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ML Prediction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AF0"/>
                </a:solidFill>
              </a:defRPr>
            </a:pPr>
            <a:r>
              <a:t>• Hybrid Architecture: LSTM + ARIMA + Gradient Boosting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48-Hour High-Confidence Forecasts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Accuracy Rating: 94.2% (MAPE 5.8%)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Feature Importance analysis for urban planning</a:t>
            </a:r>
          </a:p>
        </p:txBody>
      </p:sp>
      <p:pic>
        <p:nvPicPr>
          <p:cNvPr id="5" name="Picture 4" descr="prediction_chart_mockup_17746125482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Police Command &amp; Authority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AF0"/>
                </a:solidFill>
              </a:defRPr>
            </a:pPr>
            <a:r>
              <a:t>• Live CCTV surveillance integration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PCR Unit Tracking &amp; E-Challan generation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Emergency Signal Override Control</a:t>
            </a:r>
          </a:p>
          <a:p>
            <a:pPr>
              <a:defRPr sz="1800">
                <a:solidFill>
                  <a:srgbClr val="E8EAF0"/>
                </a:solidFill>
              </a:defRPr>
            </a:pPr>
            <a:r>
              <a:t>• Crisis Simulation (Evacuation &amp; Flood routes)</a:t>
            </a:r>
          </a:p>
        </p:txBody>
      </p:sp>
      <p:pic>
        <p:nvPicPr>
          <p:cNvPr id="5" name="Picture 4" descr="police_hub_mockup_17746124095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8EAF0"/>
                </a:solidFill>
              </a:defRPr>
            </a:pPr>
            <a:r>
              <a:t>• Frontend: HTML5, CSS3, Javascript (Modern ES6+)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Backend: Python 3.x, Flask, Flask-CORS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Libraries: Leaflet (Maps), Chart.js (Data Viz)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AI/ML: Scikit-learn, TensorFlow, Random Forest Ensemble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D4AA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E8EAF0"/>
                </a:solidFill>
              </a:defRPr>
            </a:pPr>
            <a:r>
              <a:t>• Scalability: Easy integration for other metropolitan cities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AI Refinement: Real-time sensor data ingestion via IoT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Mobile Integration: Dedicated app for commuters &amp; field officers</a:t>
            </a:r>
          </a:p>
          <a:p>
            <a:pPr>
              <a:defRPr sz="2000">
                <a:solidFill>
                  <a:srgbClr val="E8EAF0"/>
                </a:solidFill>
              </a:defRPr>
            </a:pPr>
            <a:r>
              <a:t>• Conclusion: A robust tool for the future of Smart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